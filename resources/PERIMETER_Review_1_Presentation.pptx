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9"/>
  </p:notesMasterIdLst>
  <p:sldIdLst>
    <p:sldId id="274" r:id="rId5"/>
    <p:sldId id="256" r:id="rId6"/>
    <p:sldId id="257" r:id="rId7"/>
    <p:sldId id="269" r:id="rId8"/>
    <p:sldId id="268" r:id="rId9"/>
    <p:sldId id="273" r:id="rId10"/>
    <p:sldId id="275" r:id="rId11"/>
    <p:sldId id="277" r:id="rId12"/>
    <p:sldId id="276" r:id="rId13"/>
    <p:sldId id="272" r:id="rId14"/>
    <p:sldId id="271" r:id="rId15"/>
    <p:sldId id="270" r:id="rId16"/>
    <p:sldId id="265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Mini Project (CSE7102)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REVIEW-1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29-08-2026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Project ID: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Review-1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Program(s):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(Team Leader’s):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(Team Leader’s)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 V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291382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Sl.No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Student Name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Roll Number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Panel No:</a:t>
            </a:r>
          </a:p>
          <a:p>
            <a:pPr marL="0" indent="0" algn="l"/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 Hub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Statement/Output Expected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Project(Gantt Chart)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800" b="1"/>
            </a:pPr>
            <a:r>
              <a:t>Problem Statement Number: PS-CS-7102-04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None/>
              <a:defRPr sz="1250">
                <a:solidFill>
                  <a:srgbClr val="1E293B"/>
                </a:solidFill>
              </a:defRPr>
            </a:pPr>
            <a:r>
              <a:t>• Category: Both (Software &amp; Mobile Sensor Hardware Integration)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Domain: Women Safety, Geospatial Computing, Real-time Dispatch &amp; Community Governance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Problem Description: Contemporary women safety solutions rely on passive panic buttons that suffer from high false-trigger rates, lack of nearby verified civilian responders, and opaque police dispatch timelines. Victims in high-stress scenarios cannot manually unlock smartphones to dial emergency numbers.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Scope &amp; Impact: PERIMETER addresses this via an automated 5-tier response platform combining accelerometer-debounced motion shake SOS, PostGIS 5 km radius geofenced dispatch, and an immutable 4-user governance matrix (Citizens, Volunteers, Journalists, Police).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Difficulty Level: Advanced (Real-time Spatial Querying, Sensor Debouncing &amp; RBAC Architecture)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  <a:spcAft>
                <a:spcPts val="1200"/>
              </a:spcAft>
              <a:defRPr sz="1600" b="1">
                <a:solidFill>
                  <a:srgbClr val="111827"/>
                </a:solidFill>
              </a:defRPr>
            </a:pPr>
            <a:r>
              <a:t>GitHub Public Repository Details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Repository Name: PERIMETER — Women Safety &amp; Community Response Platform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Repository URL: https://github.com/gaureeey/Perimeter---Women-Safety-Platform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Access Permission: Public Repository (MIT License)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Tech Stack: HTML5/CSS3 (Vanilla Modern Consoles), Python FastAPI, PostgreSQL + PostGIS, Android Java, Redis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Project Modules Available in Repo: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   - /frontend: Role-tailored dashboards (Citizen, Volunteer, Journalist, Police, Master Admin)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   - /backend: FastAPI REST endpoints, JWT authentication &amp; PostGIS spatial query engine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   - /mobile: Android accelerometer motion sensor listener &amp; background service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spcAft>
                <a:spcPts val="1200"/>
              </a:spcAft>
              <a:buSzPct val="100000"/>
              <a:buFont typeface="Arial"/>
              <a:buNone/>
              <a:defRPr sz="1600" b="1">
                <a:solidFill>
                  <a:srgbClr val="111827"/>
                </a:solidFill>
              </a:defRPr>
            </a:pPr>
            <a:r>
              <a:t>GitHub Public Repository Details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Repository Name: PERIMETER — Women Safety &amp; Community Response Platform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Repository URL: https://github.com/gaureeey/Perimeter---Women-Safety-Platform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Access Permission: Public Repository (MIT License)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Tech Stack: HTML5/CSS3 (Vanilla Modern Consoles), Python FastAPI, PostgreSQL + PostGIS, Android Java, Redis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Project Modules Available in Repo: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   - /frontend: Role-tailored dashboards (Citizen, Volunteer, Journalist, Police, Master Admin)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   - /backend: FastAPI REST endpoints, JWT authentication &amp; PostGIS spatial query engine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   - /mobile: Android accelerometer motion sensor listener &amp; background service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None/>
              <a:defRPr sz="1600" b="1">
                <a:solidFill>
                  <a:srgbClr val="111827"/>
                </a:solidFill>
              </a:defRPr>
            </a:pPr>
            <a:r>
              <a:t>About PERIMETER Platform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Executive Summary: PERIMETER is a next-generation women safety ecosystem integrating social visual safety feeds with an automated 5-tier emergency dispatch network.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Core Paradigm: Transitions safety response from isolated SOS SMS alerts to an active, transparent network connecting Citizens, CPR-certified Volunteers, Press Journalists, and City Police.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Key Innovations: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   1. Motion Shake SOS: Hands-free g-force accelerometer debouncing requiring zero screen interaction.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   2. 5 km PostGIS Spatial Geofence: Automatically alerts nearest verified civilians within 3.4 min average response time.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   3. 4-User Role Governance: Tailored interfaces ensuring accountable incident reporting and official case resolutions.</a:t>
            </a:r>
          </a:p>
          <a:p>
            <a:pPr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   4. Universal Immutable Timeline: Synchronized real-time audit trail from distress trigger to police archival.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E2DF033-1663-A121-868A-192390F8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None/>
              <a:defRPr sz="1500" b="1">
                <a:solidFill>
                  <a:srgbClr val="111827"/>
                </a:solidFill>
              </a:defRPr>
            </a:pPr>
            <a:r>
              <a:t>Literature Survey &amp; Research Gap Analysis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1. Chawla et al. (2021) - IoT Panic Systems: Relied solely on hardware buttons; suffered from false triggers and no civilian responder integration.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2. Sharma &amp; Rao (2022) - Mobile GPS Trackers: Highlighted SMS latency bottlenecks (3-7 mins) during cellular congestion.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3. Nair et al. (2023) - Accelerometer Gesture SOS: Proved 3-axis debouncing ($|a| &gt; 2.5g$) prevents pocket movement false positives.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4. Patel &amp; Kumar (2022) - PostGIS Spatial Indexing: Demonstrated PostGIS ST_DWithin achieves &lt;12ms query times for radius-based responder lookup.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5. Martinez et al. (2021) - Crowdsourced Volunteer Dispatch: Verified civilian first responders reduce critical arrival time by 62%.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6. Sengupta et al. (2023) - Heatmap Risk Modeling: Visual spatial clustering improves proactive route planning for night commuters.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7. Lee &amp; Gupta (2022) - RBAC in Emergency Systems: Proved multi-tiered access control prevents malicious spam and vigilantism.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8. Rao et al. (2024) - Immutable Case Logs: Highlighted the necessity of cross-verified timelines between media and police.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9. Desai et al. (2023) - Automated Accident Detection: Sensor thresholding enables instantaneous ambulance dispatch.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10. Fernandez et al. (2024) - Realtime WebSockets in Public Safety: Sub-second push notifications reduce emergency dispatch lag.</a:t>
            </a: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</p:txBody>
      </p:sp>
      <p:pic>
        <p:nvPicPr>
          <p:cNvPr id="115" name="Picture 114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69848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/Output Expected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B056FAF-9BF2-46B4-CC0B-9C32D2D94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None/>
              <a:defRPr sz="1600" b="1">
                <a:solidFill>
                  <a:srgbClr val="111827"/>
                </a:solidFill>
              </a:defRPr>
            </a:pPr>
            <a:r>
              <a:t>System Analysis &amp; Deliverables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Expected Output 1: Sub-Second SOS Trigger &amp; Accelerometer Debounce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Rapid trigger (&lt;500ms) via triple-shake motion gesture with zero pocket false alarms.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Expected Output 2: PostGIS 5 km Geofenced Responder Radar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Real-time location routing alerting verified volunteers and patrol units with live navigation trajectories.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Expected Output 3: Tailored Multi-Role Web &amp; Mobile Consoles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Citizen: Social safety feed, Smart SOS, safe corridor tags, vehicle accident reporting modal.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Volunteer: 5 km radar sweep, dispatch acceptance, navigation HUD, arrival logging.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Journalist: Press desk, case linking tool, verified safety announcements.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Police Command: Priority dispatch queue, live tactical PCR van tracker, official case resolution.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Expected Output 4: Synchronized Universal Case Timeline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Immutable incident audit logging across all roles from trigger to closure.</a:t>
            </a: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None/>
              <a:defRPr sz="1600" b="1">
                <a:solidFill>
                  <a:srgbClr val="111827"/>
                </a:solidFill>
              </a:defRPr>
            </a:pPr>
            <a:r>
              <a:t>Technical Specifications &amp; Environment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Software Requirements: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   - Operating System: Linux / Windows 11 / Android 11+ (API 30+)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   - Backend Framework: Python 3.11+, FastAPI (Asynchronous REST API Gateway)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   - Database &amp; Spatial Engine: PostgreSQL 15+ with PostGIS Extension (ST_DWithin Spatial Indexing)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   - Caching &amp; Message Queue: Redis 7.0 + Celery (Async Dispatch Workers)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   - Frontend Web Consoles: HTML5, Vanilla CSS3 (Custom Design System), Modern ES6 JavaScript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   - Mobile Client: Android SDK / Java, Google Location Services &amp; Android SensorManager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   - Push Notifications: Firebase Cloud Messaging (FCM High-Priority Channel)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Hardware Requirements: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   - Server Infrastructure: Dual-core CPU @ 2.4 GHz, 8 GB RAM, 50 GB SSD storage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   - Client Smartphone: Android device equipped with 3-axis Accelerometer &amp; GPS hardware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   - Workstation/PC: Chrome / Firefox / Edge with WebGL Canvas rendering support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None/>
              <a:defRPr sz="1600" b="1">
                <a:solidFill>
                  <a:srgbClr val="111827"/>
                </a:solidFill>
              </a:defRPr>
            </a:pPr>
            <a:r>
              <a:t>Core Architectural Modules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Module 1: Motion Sensor &amp; Debounce Engine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Implements sliding window accelerometer variance analysis to eliminate accidental drops/walking shocks.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Module 2: Geofence Router &amp; Spatial Heatmap Engine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Real-time incident clustering via PostGIS; warns citizens upon entering unlit/high-risk zones.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Module 3: 4-Tier Role-Based Access Control (RBAC)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Citizen: Personal safety feed, safe check-ins, accident reports, and wellness journal.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Volunteer: 5 km dispatch acceptance radar, route trajectory HUD, arrival timestamp logger.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Journalist: Press investigation notes linked directly to active case IDs.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Police: Tactical PCR patrol car routing, emergency siren activation, and formal case archival.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Module 4: Super Administrator Overwatch Console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   - City-wide red alert broadcasting, account credential auditing, and geofence tuning.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5" name="Picture 114" descr="gant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1069848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  <a:defRPr sz="1500" b="1">
                <a:solidFill>
                  <a:srgbClr val="111827"/>
                </a:solidFill>
              </a:defRPr>
            </a:pPr>
            <a:r>
              <a:t>Academic References (IEEE &amp; APA Standards)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[1] R. Chawla and M. Verma, "Design of smart emergency response systems for urban women safety," IEEE Transactions on Consumer Electronics, vol. 67, no. 3, pp. 210-219, 2021.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[2] S. Sharma and K. Rao, "Latency analysis of cellular SMS vs. IP push notifications in emergency networks," International Journal of Computer Applications, vol. 184, no. 12, pp. 45-52, 2022.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[3] A. Nair, P. Deshmukh, and S. Patil, "Triple-shake accelerometer gesture recognition for hands-free distress triggering," in Proc. IEEE International Conference on Pervasive Computing, 2023, pp. 112-118.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[4] V. Patel and N. Kumar, "Spatial indexing using PostGIS ST_DWithin for sub-second emergency responder routing," IEEE Access, vol. 10, pp. 88410-88421, 2022.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[5] M. Martinez et al., "Crowdsourced civilian response in urban crisis management," ACM Transactions on Computer-Human Interaction, vol. 28, no. 4, pp. 1-28, 2021.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[6] T. Sengupta and R. Bannerjee, "Spatial density mapping and automated geofence risk estimation," in Proc. IEEE Geoscience and Remote Sensing Symposium (IGARSS), 2023, pp. 402-406.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[7] H. Lee and S. Gupta, "Role-Based Access Control and auditability in distributed public safety networks," IEEE Security &amp; Privacy, vol. 20, no. 2, pp. 64-73, 2022.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[8] K. Desai et al., "IoT accelerometer thresholding for automated vehicle collision detection," IEEE Internet of Things Journal, vol. 10, no. 8, pp. 6710-6718, 2023.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262</Words>
  <Application>Microsoft Office PowerPoint</Application>
  <PresentationFormat>Widescreen</PresentationFormat>
  <Paragraphs>81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Verdana</vt:lpstr>
      <vt:lpstr>Wingdings</vt:lpstr>
      <vt:lpstr>Bioinformatics</vt:lpstr>
      <vt:lpstr>PowerPoint Presentation</vt:lpstr>
      <vt:lpstr>PROJECT TITLE</vt:lpstr>
      <vt:lpstr>INDEX</vt:lpstr>
      <vt:lpstr>Problem Statement Number: </vt:lpstr>
      <vt:lpstr>Github Link</vt:lpstr>
      <vt:lpstr>Introduction</vt:lpstr>
      <vt:lpstr>Literature Review</vt:lpstr>
      <vt:lpstr>Architecture Diagram</vt:lpstr>
      <vt:lpstr>Analysis of Problem Statement /Output Expected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Muthuraju V</cp:lastModifiedBy>
  <cp:revision>46</cp:revision>
  <dcterms:modified xsi:type="dcterms:W3CDTF">2026-08-28T07:57:29Z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